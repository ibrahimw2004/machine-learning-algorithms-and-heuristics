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567"/>
  </p:normalViewPr>
  <p:slideViewPr>
    <p:cSldViewPr snapToGrid="0" snapToObjects="1">
      <p:cViewPr varScale="1">
        <p:scale>
          <a:sx n="103" d="100"/>
          <a:sy n="103" d="100"/>
        </p:scale>
        <p:origin x="16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Fraud Detection using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Task 1  </a:t>
            </a:r>
          </a:p>
          <a:p>
            <a:r>
              <a:rPr dirty="0"/>
              <a:t>Author: Ibrahim</a:t>
            </a:r>
            <a:r>
              <a:rPr lang="en-GB" dirty="0"/>
              <a:t> Wazir – C2029727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supervised learning to detect fraud</a:t>
            </a:r>
          </a:p>
          <a:p>
            <a:r>
              <a:t>• Work with a pre-formatted dataset (cwdata.csv)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Cleaned and normalized raw data</a:t>
            </a:r>
          </a:p>
          <a:p>
            <a:r>
              <a:rPr lang="en-GB" dirty="0"/>
              <a:t>• Fixed inconsistencies within the dataset</a:t>
            </a:r>
          </a:p>
          <a:p>
            <a:r>
              <a:rPr dirty="0"/>
              <a:t>• Converted categorical data to numerical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Normalized features to the range [0, 1] using MinMaxScaler</a:t>
            </a:r>
          </a:p>
          <a:p>
            <a:r>
              <a:t>• Split dataset:</a:t>
            </a:r>
          </a:p>
          <a:p>
            <a:r>
              <a:t>  - 80% Training</a:t>
            </a:r>
          </a:p>
          <a:p>
            <a:r>
              <a:t>  - 20%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Trained 3 classifiers:</a:t>
            </a:r>
          </a:p>
          <a:p>
            <a:r>
              <a:rPr dirty="0"/>
              <a:t>• Random Forest – High accuracy</a:t>
            </a:r>
          </a:p>
          <a:p>
            <a:r>
              <a:rPr dirty="0"/>
              <a:t>• Naive Bayes – Lightweight</a:t>
            </a:r>
            <a:r>
              <a:rPr lang="en-GB" dirty="0"/>
              <a:t> model</a:t>
            </a:r>
            <a:endParaRPr dirty="0"/>
          </a:p>
          <a:p>
            <a:r>
              <a:rPr dirty="0"/>
              <a:t>• Support Vector Machine (RBF Kernel) – Handles complex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Evaluation tools used:</a:t>
            </a:r>
          </a:p>
          <a:p>
            <a:r>
              <a:t>  - Confusion Matrices</a:t>
            </a:r>
          </a:p>
          <a:p>
            <a:r>
              <a:t>  - ROC Curves</a:t>
            </a:r>
          </a:p>
          <a:p>
            <a:r>
              <a:t>• Compared model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Saved cleaned dataset as cleaned_dataset.csv</a:t>
            </a:r>
          </a:p>
          <a:p>
            <a:r>
              <a:t>• Prepared for future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5CB96-0FCA-D318-BA2D-36538D5A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5F24-2859-8D38-C2EE-B85D48D2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Unsupervised Learning for Fraud Detection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28F79F-DB46-AF60-4E9A-6E7D566BA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Task 2 </a:t>
            </a:r>
          </a:p>
          <a:p>
            <a:r>
              <a:rPr lang="en-GB" dirty="0"/>
              <a:t>Author: Ibrahim Wazir – C2029727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53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Apply unsupervised learning to detect fraud patterns</a:t>
            </a:r>
          </a:p>
          <a:p>
            <a:r>
              <a:t>• Avoid using the Fraud label during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two clustering algorithms:</a:t>
            </a:r>
          </a:p>
          <a:p>
            <a:r>
              <a:t>• BIRCH – Tree-based, memory-efficient, handles noisy data</a:t>
            </a:r>
          </a:p>
          <a:p>
            <a:r>
              <a:t>• Spectral Clustering – Graph-based, suited for complex data structures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Scaled data using RobustScaler to handle outliers</a:t>
            </a:r>
          </a:p>
          <a:p>
            <a:r>
              <a:t>• Reduced dimensionality to 2D with Gaussian Random Projection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Post-Clustering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Compared predicted clusters with true fraud labels using Adjusted Mutual Info Score</a:t>
            </a:r>
          </a:p>
          <a:p>
            <a:r>
              <a:t>• Evaluated cluster quality using Silhouette 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scatter plots and heat maps</a:t>
            </a:r>
          </a:p>
          <a:p>
            <a:r>
              <a:t>• Checked how well clusters aligned with actual fraud cases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CNN for Diabetic Retinopathy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Task 3 </a:t>
            </a:r>
          </a:p>
          <a:p>
            <a:r>
              <a:rPr dirty="0"/>
              <a:t>Author: Ibrahim</a:t>
            </a:r>
            <a:r>
              <a:rPr lang="en-GB" dirty="0"/>
              <a:t> Wazir – C2029727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Used Kaggle eye image dataset</a:t>
            </a:r>
          </a:p>
          <a:p>
            <a:r>
              <a:t>• Five categories:</a:t>
            </a:r>
          </a:p>
          <a:p>
            <a:r>
              <a:t>  - No Diabetic Retinopathy</a:t>
            </a:r>
          </a:p>
          <a:p>
            <a:r>
              <a:t>  - Mild</a:t>
            </a:r>
          </a:p>
          <a:p>
            <a:r>
              <a:t>  - Moderate</a:t>
            </a:r>
          </a:p>
          <a:p>
            <a:r>
              <a:t>  - Severe</a:t>
            </a:r>
          </a:p>
          <a:p>
            <a:r>
              <a:t>  - Proliferative Diabetic Retinopathy</a:t>
            </a:r>
          </a:p>
          <a:p>
            <a:r>
              <a:t>• Used validation_split to divide training and testing sets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a simple Convolutional Neural Network (CNN)</a:t>
            </a:r>
          </a:p>
          <a:p>
            <a:r>
              <a:t>• Two main parts</a:t>
            </a:r>
          </a:p>
          <a:p>
            <a:r>
              <a:t>• Dropout layers to prevent overfitting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RMSprop optimizer for better performance</a:t>
            </a:r>
          </a:p>
          <a:p>
            <a:r>
              <a:t>• Tracked accuracy and loss through training graphs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Tested on sample images</a:t>
            </a:r>
          </a:p>
          <a:p>
            <a:r>
              <a:t>• Compared real vs. predicted labels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a confusion matrix to evaluate classification accuracy</a:t>
            </a:r>
          </a:p>
          <a:p>
            <a:r>
              <a:t>• Saved the model as retina_dr_cnn_final.h5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394</Words>
  <Application>Microsoft Macintosh PowerPoint</Application>
  <PresentationFormat>On-screen Show (4:3)</PresentationFormat>
  <Paragraphs>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Fraud Detection using Supervised Learning</vt:lpstr>
      <vt:lpstr>Objective</vt:lpstr>
      <vt:lpstr>Data Preprocessing</vt:lpstr>
      <vt:lpstr>Feature Scaling</vt:lpstr>
      <vt:lpstr>Model Training</vt:lpstr>
      <vt:lpstr>Model Evaluation</vt:lpstr>
      <vt:lpstr>Outcome</vt:lpstr>
      <vt:lpstr>Unsupervised Learning for Fraud Detection</vt:lpstr>
      <vt:lpstr>Objective</vt:lpstr>
      <vt:lpstr>Clustering Algorithms</vt:lpstr>
      <vt:lpstr>Preprocessing Steps</vt:lpstr>
      <vt:lpstr>Post-Clustering Evaluation</vt:lpstr>
      <vt:lpstr>Visualization</vt:lpstr>
      <vt:lpstr>CNN for Diabetic Retinopathy Detection</vt:lpstr>
      <vt:lpstr>Dataset</vt:lpstr>
      <vt:lpstr>Model Architecture</vt:lpstr>
      <vt:lpstr>Training</vt:lpstr>
      <vt:lpstr>Evaluation</vt:lpstr>
      <vt:lpstr>Performance Metrics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Ibrahim Wazir</cp:lastModifiedBy>
  <cp:revision>7</cp:revision>
  <dcterms:created xsi:type="dcterms:W3CDTF">2013-01-27T09:14:16Z</dcterms:created>
  <dcterms:modified xsi:type="dcterms:W3CDTF">2025-07-10T13:07:22Z</dcterms:modified>
  <cp:category/>
</cp:coreProperties>
</file>